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1 — emphasize evidence before inference. NOTES-SLIDE1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slide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Build19 PPTX Title — Operating Cadence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Body text: meetings rotate ownership weekly. TOKEN-SLIDE1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Slide 2 table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7315200" cy="13716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Action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Jesse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Bring TOKEN-TABLE-CELL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5486400" cy="1828800"/>
          </a:xfrm>
          <a:prstGeom prst="roundRect">
            <a:avLst/>
          </a:prstGeom>
          <a:solidFill>
            <a:srgbClr val="DDDDDD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463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Shape text TOKEN-SHAPE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8288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Build19 PPTX fixture</dc:title>
  <dc:subject>PptxGenJS Presentation</dc:subject>
  <dc:creator>ApexOS Build19</dc:creator>
  <cp:lastModifiedBy>ApexOS Build19</cp:lastModifiedBy>
  <cp:revision>1</cp:revision>
  <dcterms:created xsi:type="dcterms:W3CDTF">2026-08-09T10:56:06Z</dcterms:created>
  <dcterms:modified xsi:type="dcterms:W3CDTF">2026-08-09T10:56:06Z</dcterms:modified>
</cp:coreProperties>
</file>